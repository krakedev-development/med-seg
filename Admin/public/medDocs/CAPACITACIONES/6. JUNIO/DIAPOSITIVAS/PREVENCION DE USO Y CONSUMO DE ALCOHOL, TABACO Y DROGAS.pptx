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6" r:id="rId4"/>
    <p:sldId id="278" r:id="rId5"/>
    <p:sldId id="279" r:id="rId6"/>
    <p:sldId id="287" r:id="rId7"/>
    <p:sldId id="283" r:id="rId8"/>
    <p:sldId id="285" r:id="rId9"/>
    <p:sldId id="286" r:id="rId10"/>
  </p:sldIdLst>
  <p:sldSz cx="12192000" cy="6858000"/>
  <p:notesSz cx="6858000" cy="9144000"/>
  <p:embeddedFontLst>
    <p:embeddedFont>
      <p:font typeface="Garamond" panose="02020404030301010803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XnTuqSa7z2YzYo4+pp4cg3YU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 sz="1000" b="0" i="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2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45" name="Google Shape;45;p25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2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63" name="Google Shape;63;p2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69" name="Google Shape;69;p2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81" name="Google Shape;81;p30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5" name="Google Shape;85;p31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2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2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32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sp>
        <p:nvSpPr>
          <p:cNvPr id="110" name="Google Shape;110;p34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1" name="Google Shape;111;p3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2" name="Google Shape;112;p3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6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6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3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sp>
        <p:nvSpPr>
          <p:cNvPr id="126" name="Google Shape;126;p36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36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3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7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37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3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136" name="Google Shape;136;p3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8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143" name="Google Shape;143;p3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9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  <p:cxnSp>
        <p:nvCxnSpPr>
          <p:cNvPr id="150" name="Google Shape;150;p39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21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2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9" name="Google Shape;9;p2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2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/>
        </p:nvSpPr>
        <p:spPr>
          <a:xfrm>
            <a:off x="1066800" y="2276946"/>
            <a:ext cx="10058400" cy="23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s-MX" sz="4800" b="1" i="1" dirty="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PREVENCION DEL USO Y CONSUMO DE ALCOHOL, TABACO Y DROGAS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42700A-7792-3265-697C-D373680D8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23"/>
          <a:stretch>
            <a:fillRect/>
          </a:stretch>
        </p:blipFill>
        <p:spPr>
          <a:xfrm>
            <a:off x="486137" y="54981"/>
            <a:ext cx="11204293" cy="6748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Efectos del alcohol en la vida cotidiana">
            <a:extLst>
              <a:ext uri="{FF2B5EF4-FFF2-40B4-BE49-F238E27FC236}">
                <a16:creationId xmlns:a16="http://schemas.microsoft.com/office/drawing/2014/main" id="{07C22D62-0C64-E6F6-473A-080BBEC56F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3" name="AutoShape 4" descr="Efectos del alcohol en la vida cotidiana">
            <a:extLst>
              <a:ext uri="{FF2B5EF4-FFF2-40B4-BE49-F238E27FC236}">
                <a16:creationId xmlns:a16="http://schemas.microsoft.com/office/drawing/2014/main" id="{EDE8088E-8B54-F4C3-4266-8D26F0027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C23AAF-1F8F-E373-11EF-869757DF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14" y="0"/>
            <a:ext cx="11316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5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4BD8BA-3238-864C-FEC1-994E2C50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88" y="65910"/>
            <a:ext cx="11239018" cy="6757365"/>
          </a:xfrm>
          <a:prstGeom prst="rect">
            <a:avLst/>
          </a:prstGeom>
        </p:spPr>
      </p:pic>
      <p:sp>
        <p:nvSpPr>
          <p:cNvPr id="7" name="Corazón 6">
            <a:extLst>
              <a:ext uri="{FF2B5EF4-FFF2-40B4-BE49-F238E27FC236}">
                <a16:creationId xmlns:a16="http://schemas.microsoft.com/office/drawing/2014/main" id="{056BC244-0D1B-C211-23A4-5D018B508597}"/>
              </a:ext>
            </a:extLst>
          </p:cNvPr>
          <p:cNvSpPr/>
          <p:nvPr/>
        </p:nvSpPr>
        <p:spPr>
          <a:xfrm>
            <a:off x="9919505" y="6157730"/>
            <a:ext cx="578734" cy="700269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376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ABB531-88E7-E9B4-E6AC-BE0342156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0"/>
            <a:ext cx="113004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0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2EC1-1422-1662-AB99-3CEC52A1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66ED4-2D51-E93E-4241-A9DE4353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9997BA-BAFF-48B3-ED04-71E9D3E59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44136"/>
          <a:stretch>
            <a:fillRect/>
          </a:stretch>
        </p:blipFill>
        <p:spPr>
          <a:xfrm>
            <a:off x="372319" y="254644"/>
            <a:ext cx="11447362" cy="449097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A3F2D60-51F5-8D44-F2DD-FE9EFCED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156"/>
          <a:stretch>
            <a:fillRect/>
          </a:stretch>
        </p:blipFill>
        <p:spPr>
          <a:xfrm>
            <a:off x="372319" y="4745621"/>
            <a:ext cx="11447362" cy="173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7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1E973F-00A7-AACC-6529-22D3BD9A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8" b="3966"/>
          <a:stretch>
            <a:fillRect/>
          </a:stretch>
        </p:blipFill>
        <p:spPr>
          <a:xfrm>
            <a:off x="474562" y="162050"/>
            <a:ext cx="11250592" cy="658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0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F7212-5434-344E-F7C7-6742BCDC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68826D-A81B-30A7-FB3E-2B65EB5CA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4AA465-D560-9341-8E29-49A1FFAC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87" y="0"/>
            <a:ext cx="11273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4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2A9C0E6-0F02-6940-0B10-A0547AA1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" y="-1823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8339"/>
      </p:ext>
    </p:extLst>
  </p:cSld>
  <p:clrMapOvr>
    <a:masterClrMapping/>
  </p:clrMapOvr>
</p:sld>
</file>

<file path=ppt/theme/theme1.xml><?xml version="1.0" encoding="utf-8"?>
<a:theme xmlns:a="http://schemas.openxmlformats.org/drawingml/2006/main" name="Orgánico">
  <a:themeElements>
    <a:clrScheme name="Orgánico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Panorámica</PresentationFormat>
  <Paragraphs>1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Orgánico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GABRIELA ALEJANDRA LALANGUI YAGUANA</dc:creator>
  <cp:lastModifiedBy>Rolando Maldonado Alvarado</cp:lastModifiedBy>
  <cp:revision>1</cp:revision>
  <dcterms:created xsi:type="dcterms:W3CDTF">2024-12-12T13:11:41Z</dcterms:created>
  <dcterms:modified xsi:type="dcterms:W3CDTF">2026-05-29T19:57:32Z</dcterms:modified>
</cp:coreProperties>
</file>